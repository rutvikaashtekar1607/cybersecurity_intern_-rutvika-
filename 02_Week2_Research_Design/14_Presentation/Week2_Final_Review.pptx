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1D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3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1D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1D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100584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1554480"/>
            <a:ext cx="1828800" cy="1828800"/>
          </a:xfrm>
          <a:prstGeom prst="ellipse">
            <a:avLst/>
          </a:prstGeom>
          <a:ln w="19050">
            <a:solidFill>
              <a:srgbClr val="232C3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052560" y="1188720"/>
            <a:ext cx="2560320" cy="2560320"/>
          </a:xfrm>
          <a:prstGeom prst="ellipse">
            <a:avLst/>
          </a:prstGeom>
          <a:ln w="12700">
            <a:solidFill>
              <a:srgbClr val="232C3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331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A8FF"/>
                </a:solidFill>
                <a:highlight>
                  <a:srgbClr val="00008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EDURANKAI  ·  CYBEROS RESEARCH &amp; ENGINEERING PROGRAM</a:t>
            </a:r>
            <a:endParaRPr lang="en-US" sz="1200" dirty="0">
              <a:highlight>
                <a:srgbClr val="000080"/>
              </a:highlight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6: Final Week 2 Review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10–15 Minute Presentation Deck covering Capstone Problem Framing, Risk Analysis, Architecture, Validation, and Week 3 Implementation Roadmap.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97709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97709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Threats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46778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46778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&amp; Risk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95848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95848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44917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44917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Architecture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93986" y="580644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793986" y="6080760"/>
            <a:ext cx="1711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Roadmap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Selection &amp; Why It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2031797"/>
            <a:ext cx="416966" cy="4169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did you select?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modern cloud-native microservices and distributed API meshes against runtime lateral movement, zero-day kernel exploits, and supply chain poisoning.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517" y="2031797"/>
            <a:ext cx="416966" cy="41696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8368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8368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static perimeters fail as cloud architectures scale dynamically. Micro-perimeters demand real-time kernel-level validation to prevent catastrophic multi-vector breaches.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 at Risk &amp; Threat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assets are at risk?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0662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72768" y="2606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Kubernetes clusters &amp; nodes.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496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72768" y="3749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keys, secrets, &amp; service accounts.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926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892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customer PII &amp; transactional DBs.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58368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threats exist?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583680" y="2651760"/>
            <a:ext cx="457200" cy="457200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70662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42048" y="2606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Escapes: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breakouts to host kernel.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583680" y="3794760"/>
            <a:ext cx="457200" cy="457200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384962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42048" y="3749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base container libraries.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583680" y="4937760"/>
            <a:ext cx="457200" cy="457200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99262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42048" y="4892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Pivoting: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impersonating valid microservices.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&amp; Risk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vulnerabilities exist?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0662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72768" y="2606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Over-permissioned RBAC: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cluster privileges.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496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72768" y="3749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Runtimes: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kernel system calls.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926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892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Trust: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strict service-to-service validation.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A1418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517" y="203179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8368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risk?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58368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likelihood of complete cluster compromise resulting in massive regulatory non-compliance, financial penalties, severe operational downtime, and public data leakage.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 &amp; What Is Missing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2031797"/>
            <a:ext cx="416966" cy="4169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of the Art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security tools rely heavily on static vulnerability scanners during CI/CD builds alongside reactive SIEM/SOAR alert logs post-incident.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517" y="2031797"/>
            <a:ext cx="416966" cy="41696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8368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8368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zero-trust behavioral verification embedded at the kernel level that actively blocks malicious execution traces before they impact production workloads.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Security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2103120"/>
            <a:ext cx="868680" cy="86868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162" y="2207362"/>
            <a:ext cx="660197" cy="66019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3200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51560" y="374904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eBPF-driven runtime verification engine enforcing strict behavioral guardrails across all active services.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58200" y="2103120"/>
            <a:ext cx="868680" cy="86868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42" y="2207362"/>
            <a:ext cx="660197" cy="6601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83680" y="3200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720840" y="374904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telemetry collectors feed an isolated policy engine enforcing mutual TLS and strict syscall whitelists.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/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Week 3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0919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0367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7" name="Shape 5"/>
          <p:cNvSpPr/>
          <p:nvPr/>
        </p:nvSpPr>
        <p:spPr>
          <a:xfrm>
            <a:off x="11112703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8" name="Shape 6"/>
          <p:cNvSpPr/>
          <p:nvPr/>
        </p:nvSpPr>
        <p:spPr>
          <a:xfrm>
            <a:off x="11313871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9" name="Shape 7"/>
          <p:cNvSpPr/>
          <p:nvPr/>
        </p:nvSpPr>
        <p:spPr>
          <a:xfrm>
            <a:off x="11515039" y="502920"/>
            <a:ext cx="128016" cy="128016"/>
          </a:xfrm>
          <a:prstGeom prst="ellipse">
            <a:avLst/>
          </a:prstGeom>
          <a:solidFill>
            <a:srgbClr val="4FA8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2031797"/>
            <a:ext cx="416966" cy="4169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will you validate it?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chaos engineering experiments, automated container escape stress tests, and comprehensive synthetic red-team execution traces.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21822"/>
          </a:solidFill>
          <a:ln w="12700">
            <a:solidFill>
              <a:srgbClr val="232C38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you build in Week 3?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583680" y="2651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70662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42048" y="2606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Sensor: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kernel telemetry inspection module.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583680" y="3794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84962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42048" y="3749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Engine: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runtime policy evaluation.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583680" y="4937760"/>
            <a:ext cx="457200" cy="457200"/>
          </a:xfrm>
          <a:prstGeom prst="ellipse">
            <a:avLst/>
          </a:prstGeom>
          <a:solidFill>
            <a:srgbClr val="4FA8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99262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42048" y="4892040"/>
            <a:ext cx="3959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</a:t>
            </a: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webhooks &amp; final test audit.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Capstone  ·  Week 2 Review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489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rutvika ashtekar</cp:lastModifiedBy>
  <cp:revision>2</cp:revision>
  <dcterms:created xsi:type="dcterms:W3CDTF">2026-08-16T15:13:14Z</dcterms:created>
  <dcterms:modified xsi:type="dcterms:W3CDTF">2026-08-16T15:28:03Z</dcterms:modified>
</cp:coreProperties>
</file>